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57" r:id="rId6"/>
    <p:sldId id="259" r:id="rId7"/>
    <p:sldId id="261" r:id="rId8"/>
    <p:sldId id="260" r:id="rId9"/>
    <p:sldId id="263" r:id="rId10"/>
    <p:sldId id="264" r:id="rId11"/>
    <p:sldId id="265" r:id="rId12"/>
    <p:sldId id="2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3D5CE-CE7B-4DD1-BD06-4D97FF62FEA8}" v="3" dt="2023-09-02T21:37:14.812"/>
    <p1510:client id="{DCDB51C1-CB22-4946-8B55-1ECB615A38FD}" v="44" dt="2023-09-03T15:44:17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8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8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F3634F-CF62-4A42-8BA5-9FAADDB0BC6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8D1C05-BF47-44B1-A970-9049985726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 to SQL</a:t>
          </a:r>
          <a:endParaRPr lang="en-US" dirty="0"/>
        </a:p>
      </dgm:t>
    </dgm:pt>
    <dgm:pt modelId="{AAFD9353-EA37-4D38-9506-45669E197C76}" type="parTrans" cxnId="{F2AA5651-0A28-48B2-AA83-C2366F899E23}">
      <dgm:prSet/>
      <dgm:spPr/>
      <dgm:t>
        <a:bodyPr/>
        <a:lstStyle/>
        <a:p>
          <a:endParaRPr lang="en-US"/>
        </a:p>
      </dgm:t>
    </dgm:pt>
    <dgm:pt modelId="{4D345FAA-7746-4004-81C7-B4888B021DF0}" type="sibTrans" cxnId="{F2AA5651-0A28-48B2-AA83-C2366F899E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23F629-E783-478C-8519-DDF13D859D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Purpose of SQL in managing databases</a:t>
          </a:r>
          <a:endParaRPr lang="en-US" dirty="0"/>
        </a:p>
      </dgm:t>
    </dgm:pt>
    <dgm:pt modelId="{82AA7B6F-DEE2-464D-85FC-C3C254E9A7DC}" type="parTrans" cxnId="{4EE1D6E8-17AC-41B1-AB88-AD66878ADEBE}">
      <dgm:prSet/>
      <dgm:spPr/>
      <dgm:t>
        <a:bodyPr/>
        <a:lstStyle/>
        <a:p>
          <a:endParaRPr lang="en-US"/>
        </a:p>
      </dgm:t>
    </dgm:pt>
    <dgm:pt modelId="{8CA07848-4C96-446F-BF9D-ED881F809DC1}" type="sibTrans" cxnId="{4EE1D6E8-17AC-41B1-AB88-AD66878ADEB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07FDE3-389F-4F82-AB24-D7FC6C7520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Benefits of using SQL in relational databases</a:t>
          </a:r>
        </a:p>
      </dgm:t>
    </dgm:pt>
    <dgm:pt modelId="{FF3E1BEB-4074-409C-B373-A5927DFDC87D}" type="parTrans" cxnId="{B45A216B-B81D-4878-9F5C-9CC84AAD595D}">
      <dgm:prSet/>
      <dgm:spPr/>
      <dgm:t>
        <a:bodyPr/>
        <a:lstStyle/>
        <a:p>
          <a:endParaRPr lang="en-US"/>
        </a:p>
      </dgm:t>
    </dgm:pt>
    <dgm:pt modelId="{47E56B81-47D5-4F81-AFD5-3346F2AC43B2}" type="sibTrans" cxnId="{B45A216B-B81D-4878-9F5C-9CC84AAD59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792F1C-91C7-4CDD-83CB-191E72ED954C}" type="pres">
      <dgm:prSet presAssocID="{87F3634F-CF62-4A42-8BA5-9FAADDB0BC6A}" presName="root" presStyleCnt="0">
        <dgm:presLayoutVars>
          <dgm:dir/>
          <dgm:resizeHandles val="exact"/>
        </dgm:presLayoutVars>
      </dgm:prSet>
      <dgm:spPr/>
    </dgm:pt>
    <dgm:pt modelId="{A5B94865-8A72-4739-ADFF-9BEFFAAC1861}" type="pres">
      <dgm:prSet presAssocID="{BF8D1C05-BF47-44B1-A970-904998572649}" presName="compNode" presStyleCnt="0"/>
      <dgm:spPr/>
    </dgm:pt>
    <dgm:pt modelId="{75D084E0-950C-456E-9A90-5EAB483A939F}" type="pres">
      <dgm:prSet presAssocID="{BF8D1C05-BF47-44B1-A970-9049985726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27A6AD-B3D0-4737-A3BC-58B5F9D33311}" type="pres">
      <dgm:prSet presAssocID="{BF8D1C05-BF47-44B1-A970-904998572649}" presName="spaceRect" presStyleCnt="0"/>
      <dgm:spPr/>
    </dgm:pt>
    <dgm:pt modelId="{3D291FDB-1842-4B2C-B651-B9E27550E180}" type="pres">
      <dgm:prSet presAssocID="{BF8D1C05-BF47-44B1-A970-904998572649}" presName="textRect" presStyleLbl="revTx" presStyleIdx="0" presStyleCnt="3">
        <dgm:presLayoutVars>
          <dgm:chMax val="1"/>
          <dgm:chPref val="1"/>
        </dgm:presLayoutVars>
      </dgm:prSet>
      <dgm:spPr/>
    </dgm:pt>
    <dgm:pt modelId="{AFEDCD1F-5EAC-4521-B71C-4462A6F9B3E2}" type="pres">
      <dgm:prSet presAssocID="{4D345FAA-7746-4004-81C7-B4888B021DF0}" presName="sibTrans" presStyleCnt="0"/>
      <dgm:spPr/>
    </dgm:pt>
    <dgm:pt modelId="{65AC26FA-C985-4EDC-BFB7-EF32AACD83DA}" type="pres">
      <dgm:prSet presAssocID="{0623F629-E783-478C-8519-DDF13D859D6B}" presName="compNode" presStyleCnt="0"/>
      <dgm:spPr/>
    </dgm:pt>
    <dgm:pt modelId="{43440961-ACBC-4385-912E-E297D3EB14E4}" type="pres">
      <dgm:prSet presAssocID="{0623F629-E783-478C-8519-DDF13D859D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3153DDB-F85F-4E54-83BF-A50BBC7CD518}" type="pres">
      <dgm:prSet presAssocID="{0623F629-E783-478C-8519-DDF13D859D6B}" presName="spaceRect" presStyleCnt="0"/>
      <dgm:spPr/>
    </dgm:pt>
    <dgm:pt modelId="{FE1E6AC9-C4F4-4B39-A2C0-F571DCB3CBFE}" type="pres">
      <dgm:prSet presAssocID="{0623F629-E783-478C-8519-DDF13D859D6B}" presName="textRect" presStyleLbl="revTx" presStyleIdx="1" presStyleCnt="3">
        <dgm:presLayoutVars>
          <dgm:chMax val="1"/>
          <dgm:chPref val="1"/>
        </dgm:presLayoutVars>
      </dgm:prSet>
      <dgm:spPr/>
    </dgm:pt>
    <dgm:pt modelId="{CE3A50C4-7CAE-473C-9D1C-8FA4698275A9}" type="pres">
      <dgm:prSet presAssocID="{8CA07848-4C96-446F-BF9D-ED881F809DC1}" presName="sibTrans" presStyleCnt="0"/>
      <dgm:spPr/>
    </dgm:pt>
    <dgm:pt modelId="{6A87C9B5-E229-4C63-AD18-40DF834D4EFE}" type="pres">
      <dgm:prSet presAssocID="{6407FDE3-389F-4F82-AB24-D7FC6C752096}" presName="compNode" presStyleCnt="0"/>
      <dgm:spPr/>
    </dgm:pt>
    <dgm:pt modelId="{128F7A84-64ED-463B-8722-07C98234B007}" type="pres">
      <dgm:prSet presAssocID="{6407FDE3-389F-4F82-AB24-D7FC6C7520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06AC62-008C-4852-BDCD-183B3EECE20B}" type="pres">
      <dgm:prSet presAssocID="{6407FDE3-389F-4F82-AB24-D7FC6C752096}" presName="spaceRect" presStyleCnt="0"/>
      <dgm:spPr/>
    </dgm:pt>
    <dgm:pt modelId="{1236EBA4-A77C-4051-B15A-E0DC469E2BCB}" type="pres">
      <dgm:prSet presAssocID="{6407FDE3-389F-4F82-AB24-D7FC6C7520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55AB1D-6209-463A-96C2-E1237AC441D7}" type="presOf" srcId="{87F3634F-CF62-4A42-8BA5-9FAADDB0BC6A}" destId="{D8792F1C-91C7-4CDD-83CB-191E72ED954C}" srcOrd="0" destOrd="0" presId="urn:microsoft.com/office/officeart/2018/2/layout/IconLabelList"/>
    <dgm:cxn modelId="{7DCCDB44-C94C-44F8-858A-3CE37C5F0382}" type="presOf" srcId="{BF8D1C05-BF47-44B1-A970-904998572649}" destId="{3D291FDB-1842-4B2C-B651-B9E27550E180}" srcOrd="0" destOrd="0" presId="urn:microsoft.com/office/officeart/2018/2/layout/IconLabelList"/>
    <dgm:cxn modelId="{92876348-39D6-43FC-9583-425775B1335B}" type="presOf" srcId="{0623F629-E783-478C-8519-DDF13D859D6B}" destId="{FE1E6AC9-C4F4-4B39-A2C0-F571DCB3CBFE}" srcOrd="0" destOrd="0" presId="urn:microsoft.com/office/officeart/2018/2/layout/IconLabelList"/>
    <dgm:cxn modelId="{B45A216B-B81D-4878-9F5C-9CC84AAD595D}" srcId="{87F3634F-CF62-4A42-8BA5-9FAADDB0BC6A}" destId="{6407FDE3-389F-4F82-AB24-D7FC6C752096}" srcOrd="2" destOrd="0" parTransId="{FF3E1BEB-4074-409C-B373-A5927DFDC87D}" sibTransId="{47E56B81-47D5-4F81-AFD5-3346F2AC43B2}"/>
    <dgm:cxn modelId="{F2AA5651-0A28-48B2-AA83-C2366F899E23}" srcId="{87F3634F-CF62-4A42-8BA5-9FAADDB0BC6A}" destId="{BF8D1C05-BF47-44B1-A970-904998572649}" srcOrd="0" destOrd="0" parTransId="{AAFD9353-EA37-4D38-9506-45669E197C76}" sibTransId="{4D345FAA-7746-4004-81C7-B4888B021DF0}"/>
    <dgm:cxn modelId="{9392BE57-AB73-4670-9C5C-0593D5C7DAFF}" type="presOf" srcId="{6407FDE3-389F-4F82-AB24-D7FC6C752096}" destId="{1236EBA4-A77C-4051-B15A-E0DC469E2BCB}" srcOrd="0" destOrd="0" presId="urn:microsoft.com/office/officeart/2018/2/layout/IconLabelList"/>
    <dgm:cxn modelId="{4EE1D6E8-17AC-41B1-AB88-AD66878ADEBE}" srcId="{87F3634F-CF62-4A42-8BA5-9FAADDB0BC6A}" destId="{0623F629-E783-478C-8519-DDF13D859D6B}" srcOrd="1" destOrd="0" parTransId="{82AA7B6F-DEE2-464D-85FC-C3C254E9A7DC}" sibTransId="{8CA07848-4C96-446F-BF9D-ED881F809DC1}"/>
    <dgm:cxn modelId="{510C3DD9-490A-473D-8943-841C235778EB}" type="presParOf" srcId="{D8792F1C-91C7-4CDD-83CB-191E72ED954C}" destId="{A5B94865-8A72-4739-ADFF-9BEFFAAC1861}" srcOrd="0" destOrd="0" presId="urn:microsoft.com/office/officeart/2018/2/layout/IconLabelList"/>
    <dgm:cxn modelId="{1E0EADE0-7A75-484F-BF5E-0317A9C060BE}" type="presParOf" srcId="{A5B94865-8A72-4739-ADFF-9BEFFAAC1861}" destId="{75D084E0-950C-456E-9A90-5EAB483A939F}" srcOrd="0" destOrd="0" presId="urn:microsoft.com/office/officeart/2018/2/layout/IconLabelList"/>
    <dgm:cxn modelId="{F10AD3F8-0DBA-4D9F-9BC4-B508B9DA0B2E}" type="presParOf" srcId="{A5B94865-8A72-4739-ADFF-9BEFFAAC1861}" destId="{FF27A6AD-B3D0-4737-A3BC-58B5F9D33311}" srcOrd="1" destOrd="0" presId="urn:microsoft.com/office/officeart/2018/2/layout/IconLabelList"/>
    <dgm:cxn modelId="{32ACA855-4247-469D-A891-829F681D031B}" type="presParOf" srcId="{A5B94865-8A72-4739-ADFF-9BEFFAAC1861}" destId="{3D291FDB-1842-4B2C-B651-B9E27550E180}" srcOrd="2" destOrd="0" presId="urn:microsoft.com/office/officeart/2018/2/layout/IconLabelList"/>
    <dgm:cxn modelId="{721D2B0A-F740-4A8F-B2F1-3D6EC54E98F0}" type="presParOf" srcId="{D8792F1C-91C7-4CDD-83CB-191E72ED954C}" destId="{AFEDCD1F-5EAC-4521-B71C-4462A6F9B3E2}" srcOrd="1" destOrd="0" presId="urn:microsoft.com/office/officeart/2018/2/layout/IconLabelList"/>
    <dgm:cxn modelId="{3799E031-0FF3-4EB3-A29D-762AAE128397}" type="presParOf" srcId="{D8792F1C-91C7-4CDD-83CB-191E72ED954C}" destId="{65AC26FA-C985-4EDC-BFB7-EF32AACD83DA}" srcOrd="2" destOrd="0" presId="urn:microsoft.com/office/officeart/2018/2/layout/IconLabelList"/>
    <dgm:cxn modelId="{D5B38CB8-8B50-45C0-877D-BB53372E6187}" type="presParOf" srcId="{65AC26FA-C985-4EDC-BFB7-EF32AACD83DA}" destId="{43440961-ACBC-4385-912E-E297D3EB14E4}" srcOrd="0" destOrd="0" presId="urn:microsoft.com/office/officeart/2018/2/layout/IconLabelList"/>
    <dgm:cxn modelId="{8D237A16-0F4C-4939-94A9-7A67B164BD6B}" type="presParOf" srcId="{65AC26FA-C985-4EDC-BFB7-EF32AACD83DA}" destId="{73153DDB-F85F-4E54-83BF-A50BBC7CD518}" srcOrd="1" destOrd="0" presId="urn:microsoft.com/office/officeart/2018/2/layout/IconLabelList"/>
    <dgm:cxn modelId="{0D4A08F5-112F-4B5E-9C66-830A5AAA20BF}" type="presParOf" srcId="{65AC26FA-C985-4EDC-BFB7-EF32AACD83DA}" destId="{FE1E6AC9-C4F4-4B39-A2C0-F571DCB3CBFE}" srcOrd="2" destOrd="0" presId="urn:microsoft.com/office/officeart/2018/2/layout/IconLabelList"/>
    <dgm:cxn modelId="{56832A3E-E80C-447C-BD1D-8007892BA92E}" type="presParOf" srcId="{D8792F1C-91C7-4CDD-83CB-191E72ED954C}" destId="{CE3A50C4-7CAE-473C-9D1C-8FA4698275A9}" srcOrd="3" destOrd="0" presId="urn:microsoft.com/office/officeart/2018/2/layout/IconLabelList"/>
    <dgm:cxn modelId="{A02EB38E-2BBB-4962-8AB2-2562DE123190}" type="presParOf" srcId="{D8792F1C-91C7-4CDD-83CB-191E72ED954C}" destId="{6A87C9B5-E229-4C63-AD18-40DF834D4EFE}" srcOrd="4" destOrd="0" presId="urn:microsoft.com/office/officeart/2018/2/layout/IconLabelList"/>
    <dgm:cxn modelId="{1E004671-B291-43BA-BE8A-5BF94DB4BDBF}" type="presParOf" srcId="{6A87C9B5-E229-4C63-AD18-40DF834D4EFE}" destId="{128F7A84-64ED-463B-8722-07C98234B007}" srcOrd="0" destOrd="0" presId="urn:microsoft.com/office/officeart/2018/2/layout/IconLabelList"/>
    <dgm:cxn modelId="{C1BDA0BF-F498-41EF-A847-EF80A402D817}" type="presParOf" srcId="{6A87C9B5-E229-4C63-AD18-40DF834D4EFE}" destId="{8106AC62-008C-4852-BDCD-183B3EECE20B}" srcOrd="1" destOrd="0" presId="urn:microsoft.com/office/officeart/2018/2/layout/IconLabelList"/>
    <dgm:cxn modelId="{3CA1849A-7B39-409C-870D-19495606B474}" type="presParOf" srcId="{6A87C9B5-E229-4C63-AD18-40DF834D4EFE}" destId="{1236EBA4-A77C-4051-B15A-E0DC469E2B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CB1C47-75D7-43CD-8532-61B2E724C8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5E114C-5876-4EC0-8B7C-A73AD65A03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To conclude, I can state that our internship program, which was conducted in “Cybernetics” LLC, was successfully carried out. </a:t>
          </a:r>
          <a:endParaRPr lang="en-US" dirty="0"/>
        </a:p>
      </dgm:t>
    </dgm:pt>
    <dgm:pt modelId="{2CB8691B-02DC-4499-9425-0C29EFC0BAD7}" type="parTrans" cxnId="{41295BB4-49B7-4DAF-9E5D-F738A038626A}">
      <dgm:prSet/>
      <dgm:spPr/>
      <dgm:t>
        <a:bodyPr/>
        <a:lstStyle/>
        <a:p>
          <a:endParaRPr lang="en-US"/>
        </a:p>
      </dgm:t>
    </dgm:pt>
    <dgm:pt modelId="{B5A82002-F9B3-4A41-9DF6-6E6A43FBF380}" type="sibTrans" cxnId="{41295BB4-49B7-4DAF-9E5D-F738A038626A}">
      <dgm:prSet/>
      <dgm:spPr/>
      <dgm:t>
        <a:bodyPr/>
        <a:lstStyle/>
        <a:p>
          <a:endParaRPr lang="en-US"/>
        </a:p>
      </dgm:t>
    </dgm:pt>
    <dgm:pt modelId="{065A9AD9-2504-40F1-888E-48E7A32BEA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ER diagram and its associated relational schema show the conceptual and logical designs of the system.</a:t>
          </a:r>
        </a:p>
      </dgm:t>
    </dgm:pt>
    <dgm:pt modelId="{796EFA47-23E0-49FF-A5F0-45B05C8C764F}" type="parTrans" cxnId="{E7890F0A-1B1D-48F8-9920-49909F69E7DA}">
      <dgm:prSet/>
      <dgm:spPr/>
      <dgm:t>
        <a:bodyPr/>
        <a:lstStyle/>
        <a:p>
          <a:endParaRPr lang="en-US"/>
        </a:p>
      </dgm:t>
    </dgm:pt>
    <dgm:pt modelId="{9963CF32-C898-4CC1-B09D-37EEC5F66CAC}" type="sibTrans" cxnId="{E7890F0A-1B1D-48F8-9920-49909F69E7DA}">
      <dgm:prSet/>
      <dgm:spPr/>
      <dgm:t>
        <a:bodyPr/>
        <a:lstStyle/>
        <a:p>
          <a:endParaRPr lang="en-US"/>
        </a:p>
      </dgm:t>
    </dgm:pt>
    <dgm:pt modelId="{4DC9C028-D84D-4C3A-8591-BEA914F4CD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Hospital Management System is for computerizing the working in a hospital.</a:t>
          </a:r>
        </a:p>
      </dgm:t>
    </dgm:pt>
    <dgm:pt modelId="{85B01806-3FBA-42E5-970D-BC59659439C2}" type="parTrans" cxnId="{E5E9FDF0-00DC-42C1-9661-A7B32B118855}">
      <dgm:prSet/>
      <dgm:spPr/>
      <dgm:t>
        <a:bodyPr/>
        <a:lstStyle/>
        <a:p>
          <a:endParaRPr lang="en-US"/>
        </a:p>
      </dgm:t>
    </dgm:pt>
    <dgm:pt modelId="{33FE430E-050E-483B-97C1-29A8AEE595AF}" type="sibTrans" cxnId="{E5E9FDF0-00DC-42C1-9661-A7B32B118855}">
      <dgm:prSet/>
      <dgm:spPr/>
      <dgm:t>
        <a:bodyPr/>
        <a:lstStyle/>
        <a:p>
          <a:endParaRPr lang="en-US"/>
        </a:p>
      </dgm:t>
    </dgm:pt>
    <dgm:pt modelId="{1EA0028B-36E2-451D-9130-DD7E33B3C4A5}" type="pres">
      <dgm:prSet presAssocID="{5BCB1C47-75D7-43CD-8532-61B2E724C802}" presName="root" presStyleCnt="0">
        <dgm:presLayoutVars>
          <dgm:dir/>
          <dgm:resizeHandles val="exact"/>
        </dgm:presLayoutVars>
      </dgm:prSet>
      <dgm:spPr/>
    </dgm:pt>
    <dgm:pt modelId="{630DE475-D4D4-4828-B427-61687C342558}" type="pres">
      <dgm:prSet presAssocID="{F25E114C-5876-4EC0-8B7C-A73AD65A03A5}" presName="compNode" presStyleCnt="0"/>
      <dgm:spPr/>
    </dgm:pt>
    <dgm:pt modelId="{9293CFF4-E74F-4BA6-A032-C7992E6C4CE8}" type="pres">
      <dgm:prSet presAssocID="{F25E114C-5876-4EC0-8B7C-A73AD65A03A5}" presName="bgRect" presStyleLbl="bgShp" presStyleIdx="0" presStyleCnt="3"/>
      <dgm:spPr/>
    </dgm:pt>
    <dgm:pt modelId="{4438A330-05D2-403E-B8EC-455212E1B295}" type="pres">
      <dgm:prSet presAssocID="{F25E114C-5876-4EC0-8B7C-A73AD65A03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09335C7-A56C-443B-9905-4D45AA9CB6E4}" type="pres">
      <dgm:prSet presAssocID="{F25E114C-5876-4EC0-8B7C-A73AD65A03A5}" presName="spaceRect" presStyleCnt="0"/>
      <dgm:spPr/>
    </dgm:pt>
    <dgm:pt modelId="{0167FBEE-7A34-4BE0-A5BA-20D58D023980}" type="pres">
      <dgm:prSet presAssocID="{F25E114C-5876-4EC0-8B7C-A73AD65A03A5}" presName="parTx" presStyleLbl="revTx" presStyleIdx="0" presStyleCnt="3">
        <dgm:presLayoutVars>
          <dgm:chMax val="0"/>
          <dgm:chPref val="0"/>
        </dgm:presLayoutVars>
      </dgm:prSet>
      <dgm:spPr/>
    </dgm:pt>
    <dgm:pt modelId="{3044DA94-E906-47EA-91C5-102D676918AB}" type="pres">
      <dgm:prSet presAssocID="{B5A82002-F9B3-4A41-9DF6-6E6A43FBF380}" presName="sibTrans" presStyleCnt="0"/>
      <dgm:spPr/>
    </dgm:pt>
    <dgm:pt modelId="{537E0CEF-3A81-4783-8547-C229F3CB9B8E}" type="pres">
      <dgm:prSet presAssocID="{065A9AD9-2504-40F1-888E-48E7A32BEA8D}" presName="compNode" presStyleCnt="0"/>
      <dgm:spPr/>
    </dgm:pt>
    <dgm:pt modelId="{C37D07BB-455F-40A0-82F6-6BDC6E6B9112}" type="pres">
      <dgm:prSet presAssocID="{065A9AD9-2504-40F1-888E-48E7A32BEA8D}" presName="bgRect" presStyleLbl="bgShp" presStyleIdx="1" presStyleCnt="3"/>
      <dgm:spPr/>
    </dgm:pt>
    <dgm:pt modelId="{283E7122-DA6A-439B-8AE9-C786300FEF8A}" type="pres">
      <dgm:prSet presAssocID="{065A9AD9-2504-40F1-888E-48E7A32BEA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BD5847F-55FC-413D-B8A1-7EE6892ABB8B}" type="pres">
      <dgm:prSet presAssocID="{065A9AD9-2504-40F1-888E-48E7A32BEA8D}" presName="spaceRect" presStyleCnt="0"/>
      <dgm:spPr/>
    </dgm:pt>
    <dgm:pt modelId="{897C63F4-0211-40B8-8315-74E4A096B51F}" type="pres">
      <dgm:prSet presAssocID="{065A9AD9-2504-40F1-888E-48E7A32BEA8D}" presName="parTx" presStyleLbl="revTx" presStyleIdx="1" presStyleCnt="3">
        <dgm:presLayoutVars>
          <dgm:chMax val="0"/>
          <dgm:chPref val="0"/>
        </dgm:presLayoutVars>
      </dgm:prSet>
      <dgm:spPr/>
    </dgm:pt>
    <dgm:pt modelId="{2AAA6ED4-CB59-4AC0-A0FE-BE7B6E0BB1D1}" type="pres">
      <dgm:prSet presAssocID="{9963CF32-C898-4CC1-B09D-37EEC5F66CAC}" presName="sibTrans" presStyleCnt="0"/>
      <dgm:spPr/>
    </dgm:pt>
    <dgm:pt modelId="{B9460F95-7149-4323-8E7D-7771A6963BA4}" type="pres">
      <dgm:prSet presAssocID="{4DC9C028-D84D-4C3A-8591-BEA914F4CDD3}" presName="compNode" presStyleCnt="0"/>
      <dgm:spPr/>
    </dgm:pt>
    <dgm:pt modelId="{945CBCCC-DD43-4295-B57C-27CB85E5C36D}" type="pres">
      <dgm:prSet presAssocID="{4DC9C028-D84D-4C3A-8591-BEA914F4CDD3}" presName="bgRect" presStyleLbl="bgShp" presStyleIdx="2" presStyleCnt="3" custLinFactNeighborX="4382" custLinFactNeighborY="4293"/>
      <dgm:spPr/>
    </dgm:pt>
    <dgm:pt modelId="{FCB5EBFA-9E19-4076-B4CF-4948C2CE18D7}" type="pres">
      <dgm:prSet presAssocID="{4DC9C028-D84D-4C3A-8591-BEA914F4CD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B294FC58-5F0A-41BD-B169-08F09099E079}" type="pres">
      <dgm:prSet presAssocID="{4DC9C028-D84D-4C3A-8591-BEA914F4CDD3}" presName="spaceRect" presStyleCnt="0"/>
      <dgm:spPr/>
    </dgm:pt>
    <dgm:pt modelId="{DA21D5C4-D195-46B4-AF1F-B3911DBDB5FA}" type="pres">
      <dgm:prSet presAssocID="{4DC9C028-D84D-4C3A-8591-BEA914F4CD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5627F01-3B9F-4225-88CC-B94FD0951ACE}" type="presOf" srcId="{5BCB1C47-75D7-43CD-8532-61B2E724C802}" destId="{1EA0028B-36E2-451D-9130-DD7E33B3C4A5}" srcOrd="0" destOrd="0" presId="urn:microsoft.com/office/officeart/2018/2/layout/IconVerticalSolidList"/>
    <dgm:cxn modelId="{E7890F0A-1B1D-48F8-9920-49909F69E7DA}" srcId="{5BCB1C47-75D7-43CD-8532-61B2E724C802}" destId="{065A9AD9-2504-40F1-888E-48E7A32BEA8D}" srcOrd="1" destOrd="0" parTransId="{796EFA47-23E0-49FF-A5F0-45B05C8C764F}" sibTransId="{9963CF32-C898-4CC1-B09D-37EEC5F66CAC}"/>
    <dgm:cxn modelId="{73E74145-D6D5-4B77-87BB-C6448CBB2698}" type="presOf" srcId="{F25E114C-5876-4EC0-8B7C-A73AD65A03A5}" destId="{0167FBEE-7A34-4BE0-A5BA-20D58D023980}" srcOrd="0" destOrd="0" presId="urn:microsoft.com/office/officeart/2018/2/layout/IconVerticalSolidList"/>
    <dgm:cxn modelId="{41295BB4-49B7-4DAF-9E5D-F738A038626A}" srcId="{5BCB1C47-75D7-43CD-8532-61B2E724C802}" destId="{F25E114C-5876-4EC0-8B7C-A73AD65A03A5}" srcOrd="0" destOrd="0" parTransId="{2CB8691B-02DC-4499-9425-0C29EFC0BAD7}" sibTransId="{B5A82002-F9B3-4A41-9DF6-6E6A43FBF380}"/>
    <dgm:cxn modelId="{E94309CC-53A7-4265-8D6F-0503AFBF45BC}" type="presOf" srcId="{4DC9C028-D84D-4C3A-8591-BEA914F4CDD3}" destId="{DA21D5C4-D195-46B4-AF1F-B3911DBDB5FA}" srcOrd="0" destOrd="0" presId="urn:microsoft.com/office/officeart/2018/2/layout/IconVerticalSolidList"/>
    <dgm:cxn modelId="{E5E9FDF0-00DC-42C1-9661-A7B32B118855}" srcId="{5BCB1C47-75D7-43CD-8532-61B2E724C802}" destId="{4DC9C028-D84D-4C3A-8591-BEA914F4CDD3}" srcOrd="2" destOrd="0" parTransId="{85B01806-3FBA-42E5-970D-BC59659439C2}" sibTransId="{33FE430E-050E-483B-97C1-29A8AEE595AF}"/>
    <dgm:cxn modelId="{7138ADF5-BD3A-42A2-9B5B-7D82CF7C92EB}" type="presOf" srcId="{065A9AD9-2504-40F1-888E-48E7A32BEA8D}" destId="{897C63F4-0211-40B8-8315-74E4A096B51F}" srcOrd="0" destOrd="0" presId="urn:microsoft.com/office/officeart/2018/2/layout/IconVerticalSolidList"/>
    <dgm:cxn modelId="{8B4AB0FA-3A64-467A-ABBA-D18B9B8985DB}" type="presParOf" srcId="{1EA0028B-36E2-451D-9130-DD7E33B3C4A5}" destId="{630DE475-D4D4-4828-B427-61687C342558}" srcOrd="0" destOrd="0" presId="urn:microsoft.com/office/officeart/2018/2/layout/IconVerticalSolidList"/>
    <dgm:cxn modelId="{92D9A85B-8BF7-4326-84DE-7F32F810A7ED}" type="presParOf" srcId="{630DE475-D4D4-4828-B427-61687C342558}" destId="{9293CFF4-E74F-4BA6-A032-C7992E6C4CE8}" srcOrd="0" destOrd="0" presId="urn:microsoft.com/office/officeart/2018/2/layout/IconVerticalSolidList"/>
    <dgm:cxn modelId="{0C7A1278-52DE-48E8-8B5B-4BC53AC9F11A}" type="presParOf" srcId="{630DE475-D4D4-4828-B427-61687C342558}" destId="{4438A330-05D2-403E-B8EC-455212E1B295}" srcOrd="1" destOrd="0" presId="urn:microsoft.com/office/officeart/2018/2/layout/IconVerticalSolidList"/>
    <dgm:cxn modelId="{3796C89D-30AC-423E-B3C3-319ABC7A06AC}" type="presParOf" srcId="{630DE475-D4D4-4828-B427-61687C342558}" destId="{B09335C7-A56C-443B-9905-4D45AA9CB6E4}" srcOrd="2" destOrd="0" presId="urn:microsoft.com/office/officeart/2018/2/layout/IconVerticalSolidList"/>
    <dgm:cxn modelId="{104BB3E2-6CC0-47C5-A0CC-AAEEFE509070}" type="presParOf" srcId="{630DE475-D4D4-4828-B427-61687C342558}" destId="{0167FBEE-7A34-4BE0-A5BA-20D58D023980}" srcOrd="3" destOrd="0" presId="urn:microsoft.com/office/officeart/2018/2/layout/IconVerticalSolidList"/>
    <dgm:cxn modelId="{34F3E964-4A49-49AA-9242-5A4A99ECC5A0}" type="presParOf" srcId="{1EA0028B-36E2-451D-9130-DD7E33B3C4A5}" destId="{3044DA94-E906-47EA-91C5-102D676918AB}" srcOrd="1" destOrd="0" presId="urn:microsoft.com/office/officeart/2018/2/layout/IconVerticalSolidList"/>
    <dgm:cxn modelId="{414F175A-B422-45C1-8CB7-603C44CEA470}" type="presParOf" srcId="{1EA0028B-36E2-451D-9130-DD7E33B3C4A5}" destId="{537E0CEF-3A81-4783-8547-C229F3CB9B8E}" srcOrd="2" destOrd="0" presId="urn:microsoft.com/office/officeart/2018/2/layout/IconVerticalSolidList"/>
    <dgm:cxn modelId="{8CB1B07E-77D6-4168-8910-17BE0394B9C8}" type="presParOf" srcId="{537E0CEF-3A81-4783-8547-C229F3CB9B8E}" destId="{C37D07BB-455F-40A0-82F6-6BDC6E6B9112}" srcOrd="0" destOrd="0" presId="urn:microsoft.com/office/officeart/2018/2/layout/IconVerticalSolidList"/>
    <dgm:cxn modelId="{99052152-A185-482A-AA93-FBC6E2EE01E6}" type="presParOf" srcId="{537E0CEF-3A81-4783-8547-C229F3CB9B8E}" destId="{283E7122-DA6A-439B-8AE9-C786300FEF8A}" srcOrd="1" destOrd="0" presId="urn:microsoft.com/office/officeart/2018/2/layout/IconVerticalSolidList"/>
    <dgm:cxn modelId="{69628C25-543A-4D5A-B198-E60F01CAE7B5}" type="presParOf" srcId="{537E0CEF-3A81-4783-8547-C229F3CB9B8E}" destId="{6BD5847F-55FC-413D-B8A1-7EE6892ABB8B}" srcOrd="2" destOrd="0" presId="urn:microsoft.com/office/officeart/2018/2/layout/IconVerticalSolidList"/>
    <dgm:cxn modelId="{70050159-D24B-4696-A6E2-4487FF9D5B42}" type="presParOf" srcId="{537E0CEF-3A81-4783-8547-C229F3CB9B8E}" destId="{897C63F4-0211-40B8-8315-74E4A096B51F}" srcOrd="3" destOrd="0" presId="urn:microsoft.com/office/officeart/2018/2/layout/IconVerticalSolidList"/>
    <dgm:cxn modelId="{38A0FA2E-632A-4DF4-B44F-C3E1C05EDF26}" type="presParOf" srcId="{1EA0028B-36E2-451D-9130-DD7E33B3C4A5}" destId="{2AAA6ED4-CB59-4AC0-A0FE-BE7B6E0BB1D1}" srcOrd="3" destOrd="0" presId="urn:microsoft.com/office/officeart/2018/2/layout/IconVerticalSolidList"/>
    <dgm:cxn modelId="{857A3FC5-9C0F-482F-AA56-E2000DB718B5}" type="presParOf" srcId="{1EA0028B-36E2-451D-9130-DD7E33B3C4A5}" destId="{B9460F95-7149-4323-8E7D-7771A6963BA4}" srcOrd="4" destOrd="0" presId="urn:microsoft.com/office/officeart/2018/2/layout/IconVerticalSolidList"/>
    <dgm:cxn modelId="{AA3EF19A-E1C3-4E57-B528-B41A9A6591DC}" type="presParOf" srcId="{B9460F95-7149-4323-8E7D-7771A6963BA4}" destId="{945CBCCC-DD43-4295-B57C-27CB85E5C36D}" srcOrd="0" destOrd="0" presId="urn:microsoft.com/office/officeart/2018/2/layout/IconVerticalSolidList"/>
    <dgm:cxn modelId="{43B617D6-6726-4949-B462-4FBB6BE4A6D4}" type="presParOf" srcId="{B9460F95-7149-4323-8E7D-7771A6963BA4}" destId="{FCB5EBFA-9E19-4076-B4CF-4948C2CE18D7}" srcOrd="1" destOrd="0" presId="urn:microsoft.com/office/officeart/2018/2/layout/IconVerticalSolidList"/>
    <dgm:cxn modelId="{57C0C0A5-A04E-4033-AEA7-0A05071008F4}" type="presParOf" srcId="{B9460F95-7149-4323-8E7D-7771A6963BA4}" destId="{B294FC58-5F0A-41BD-B169-08F09099E079}" srcOrd="2" destOrd="0" presId="urn:microsoft.com/office/officeart/2018/2/layout/IconVerticalSolidList"/>
    <dgm:cxn modelId="{406C2D2A-E54F-4A30-BA2D-8CA0512093D1}" type="presParOf" srcId="{B9460F95-7149-4323-8E7D-7771A6963BA4}" destId="{DA21D5C4-D195-46B4-AF1F-B3911DBDB5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084E0-950C-456E-9A90-5EAB483A939F}">
      <dsp:nvSpPr>
        <dsp:cNvPr id="0" name=""/>
        <dsp:cNvSpPr/>
      </dsp:nvSpPr>
      <dsp:spPr>
        <a:xfrm>
          <a:off x="1051081" y="390121"/>
          <a:ext cx="1272302" cy="12723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91FDB-1842-4B2C-B651-B9E27550E180}">
      <dsp:nvSpPr>
        <dsp:cNvPr id="0" name=""/>
        <dsp:cNvSpPr/>
      </dsp:nvSpPr>
      <dsp:spPr>
        <a:xfrm>
          <a:off x="273563" y="2014079"/>
          <a:ext cx="28273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Introduction to SQL</a:t>
          </a:r>
          <a:endParaRPr lang="en-US" sz="2300" kern="1200" dirty="0"/>
        </a:p>
      </dsp:txBody>
      <dsp:txXfrm>
        <a:off x="273563" y="2014079"/>
        <a:ext cx="2827339" cy="720000"/>
      </dsp:txXfrm>
    </dsp:sp>
    <dsp:sp modelId="{43440961-ACBC-4385-912E-E297D3EB14E4}">
      <dsp:nvSpPr>
        <dsp:cNvPr id="0" name=""/>
        <dsp:cNvSpPr/>
      </dsp:nvSpPr>
      <dsp:spPr>
        <a:xfrm>
          <a:off x="4373205" y="390121"/>
          <a:ext cx="1272302" cy="12723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E6AC9-C4F4-4B39-A2C0-F571DCB3CBFE}">
      <dsp:nvSpPr>
        <dsp:cNvPr id="0" name=""/>
        <dsp:cNvSpPr/>
      </dsp:nvSpPr>
      <dsp:spPr>
        <a:xfrm>
          <a:off x="3595686" y="2014079"/>
          <a:ext cx="28273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Purpose of SQL in managing databases</a:t>
          </a:r>
          <a:endParaRPr lang="en-US" sz="2300" kern="1200" dirty="0"/>
        </a:p>
      </dsp:txBody>
      <dsp:txXfrm>
        <a:off x="3595686" y="2014079"/>
        <a:ext cx="2827339" cy="720000"/>
      </dsp:txXfrm>
    </dsp:sp>
    <dsp:sp modelId="{128F7A84-64ED-463B-8722-07C98234B007}">
      <dsp:nvSpPr>
        <dsp:cNvPr id="0" name=""/>
        <dsp:cNvSpPr/>
      </dsp:nvSpPr>
      <dsp:spPr>
        <a:xfrm>
          <a:off x="7695328" y="390121"/>
          <a:ext cx="1272302" cy="12723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6EBA4-A77C-4051-B15A-E0DC469E2BCB}">
      <dsp:nvSpPr>
        <dsp:cNvPr id="0" name=""/>
        <dsp:cNvSpPr/>
      </dsp:nvSpPr>
      <dsp:spPr>
        <a:xfrm>
          <a:off x="6917810" y="2014079"/>
          <a:ext cx="282733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Benefits of using SQL in relational databases</a:t>
          </a:r>
        </a:p>
      </dsp:txBody>
      <dsp:txXfrm>
        <a:off x="6917810" y="2014079"/>
        <a:ext cx="282733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3CFF4-E74F-4BA6-A032-C7992E6C4CE8}">
      <dsp:nvSpPr>
        <dsp:cNvPr id="0" name=""/>
        <dsp:cNvSpPr/>
      </dsp:nvSpPr>
      <dsp:spPr>
        <a:xfrm>
          <a:off x="0" y="581"/>
          <a:ext cx="5549410" cy="13596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8A330-05D2-403E-B8EC-455212E1B295}">
      <dsp:nvSpPr>
        <dsp:cNvPr id="0" name=""/>
        <dsp:cNvSpPr/>
      </dsp:nvSpPr>
      <dsp:spPr>
        <a:xfrm>
          <a:off x="411305" y="306510"/>
          <a:ext cx="747828" cy="7478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7FBEE-7A34-4BE0-A5BA-20D58D023980}">
      <dsp:nvSpPr>
        <dsp:cNvPr id="0" name=""/>
        <dsp:cNvSpPr/>
      </dsp:nvSpPr>
      <dsp:spPr>
        <a:xfrm>
          <a:off x="1570439" y="581"/>
          <a:ext cx="3978970" cy="1359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900" tIns="143900" rIns="143900" bIns="143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conclude, I can state that our internship program, which was conducted in “Cybernetics” LLC, was successfully carried out. </a:t>
          </a:r>
          <a:endParaRPr lang="en-US" sz="1700" kern="1200" dirty="0"/>
        </a:p>
      </dsp:txBody>
      <dsp:txXfrm>
        <a:off x="1570439" y="581"/>
        <a:ext cx="3978970" cy="1359688"/>
      </dsp:txXfrm>
    </dsp:sp>
    <dsp:sp modelId="{C37D07BB-455F-40A0-82F6-6BDC6E6B9112}">
      <dsp:nvSpPr>
        <dsp:cNvPr id="0" name=""/>
        <dsp:cNvSpPr/>
      </dsp:nvSpPr>
      <dsp:spPr>
        <a:xfrm>
          <a:off x="0" y="1700191"/>
          <a:ext cx="5549410" cy="13596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E7122-DA6A-439B-8AE9-C786300FEF8A}">
      <dsp:nvSpPr>
        <dsp:cNvPr id="0" name=""/>
        <dsp:cNvSpPr/>
      </dsp:nvSpPr>
      <dsp:spPr>
        <a:xfrm>
          <a:off x="411305" y="2006121"/>
          <a:ext cx="747828" cy="7478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C63F4-0211-40B8-8315-74E4A096B51F}">
      <dsp:nvSpPr>
        <dsp:cNvPr id="0" name=""/>
        <dsp:cNvSpPr/>
      </dsp:nvSpPr>
      <dsp:spPr>
        <a:xfrm>
          <a:off x="1570439" y="1700191"/>
          <a:ext cx="3978970" cy="1359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900" tIns="143900" rIns="143900" bIns="143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ER diagram and its associated relational schema show the conceptual and logical designs of the system.</a:t>
          </a:r>
        </a:p>
      </dsp:txBody>
      <dsp:txXfrm>
        <a:off x="1570439" y="1700191"/>
        <a:ext cx="3978970" cy="1359688"/>
      </dsp:txXfrm>
    </dsp:sp>
    <dsp:sp modelId="{945CBCCC-DD43-4295-B57C-27CB85E5C36D}">
      <dsp:nvSpPr>
        <dsp:cNvPr id="0" name=""/>
        <dsp:cNvSpPr/>
      </dsp:nvSpPr>
      <dsp:spPr>
        <a:xfrm>
          <a:off x="0" y="3400382"/>
          <a:ext cx="5549410" cy="13596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5EBFA-9E19-4076-B4CF-4948C2CE18D7}">
      <dsp:nvSpPr>
        <dsp:cNvPr id="0" name=""/>
        <dsp:cNvSpPr/>
      </dsp:nvSpPr>
      <dsp:spPr>
        <a:xfrm>
          <a:off x="411305" y="3705731"/>
          <a:ext cx="747828" cy="7478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1D5C4-D195-46B4-AF1F-B3911DBDB5FA}">
      <dsp:nvSpPr>
        <dsp:cNvPr id="0" name=""/>
        <dsp:cNvSpPr/>
      </dsp:nvSpPr>
      <dsp:spPr>
        <a:xfrm>
          <a:off x="1570439" y="3399801"/>
          <a:ext cx="3978970" cy="1359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900" tIns="143900" rIns="143900" bIns="143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Hospital Management System is for computerizing the working in a hospital.</a:t>
          </a:r>
        </a:p>
      </dsp:txBody>
      <dsp:txXfrm>
        <a:off x="1570439" y="3399801"/>
        <a:ext cx="3978970" cy="1359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62E45-EE4F-4C1B-A50E-2CB355A87069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F1C28-3EC5-49E3-AA63-000B91E10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9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F1C28-3EC5-49E3-AA63-000B91E108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8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4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0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0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1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5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58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4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93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00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1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D7B038-893B-4084-A78C-178E8CFB563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F526B4-2E37-4CA0-A56E-906F05FF1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8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hyperlink" Target="https://codlrc.org/HS/E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D30DA3-C83B-D11E-59B7-F2749765A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8299" y="1380068"/>
            <a:ext cx="60547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Summer Internship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3F4E9-16CE-C5AE-4F69-61853E1C9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6254" y="3996267"/>
            <a:ext cx="5166768" cy="138853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/>
              <a:t>Laman Asgarova, Emin </a:t>
            </a:r>
            <a:r>
              <a:rPr lang="en-US" sz="2800" dirty="0" err="1"/>
              <a:t>Abbasov</a:t>
            </a:r>
            <a:r>
              <a:rPr lang="en-US" sz="2800" dirty="0"/>
              <a:t> CE 21.2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5F137-59DA-598E-362B-111AE3CE5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22" r="32282"/>
          <a:stretch/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784D8F-AFB5-B3D2-5C90-EE1ED6B60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241" y="81200"/>
            <a:ext cx="2794635" cy="62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427839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39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47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2" name="Freeform: Shape 1061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6" y="321734"/>
            <a:ext cx="1107420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C79419-FEC8-C102-82A7-1C2B0F75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806" y="3977262"/>
            <a:ext cx="4335842" cy="194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defTabSz="768096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34696" algn="l"/>
                <a:tab pos="4984623" algn="r"/>
              </a:tabLst>
            </a:pPr>
            <a:r>
              <a:rPr lang="en-US" sz="1512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  <a:t>founded in 2020</a:t>
            </a:r>
          </a:p>
          <a:p>
            <a:pPr marL="285750" indent="-285750" defTabSz="768096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34696" algn="l"/>
                <a:tab pos="4984623" algn="r"/>
              </a:tabLst>
            </a:pPr>
            <a:r>
              <a:rPr lang="en-US" sz="1512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  <a:t>provides cybersecurity solutions</a:t>
            </a:r>
          </a:p>
          <a:p>
            <a:pPr marL="285750" indent="-285750" defTabSz="768096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234696" algn="l"/>
                <a:tab pos="4984623" algn="r"/>
              </a:tabLst>
            </a:pPr>
            <a:r>
              <a:rPr lang="en-US" altLang="en-US" sz="1512" dirty="0"/>
              <a:t>p</a:t>
            </a:r>
            <a:r>
              <a:rPr lang="en-US" altLang="en-US" sz="1512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roduces network and information security devices (firewall, hotspot, 2FA, etc.) under the national brand "SISLAT"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5FD5D-69B6-85CA-2EB8-ABC866721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246" y="974724"/>
            <a:ext cx="2352425" cy="5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Cybernetics.az | Baku">
            <a:extLst>
              <a:ext uri="{FF2B5EF4-FFF2-40B4-BE49-F238E27FC236}">
                <a16:creationId xmlns:a16="http://schemas.microsoft.com/office/drawing/2014/main" id="{9B7A4DE7-81D4-9091-5C90-B9A8B5538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67" y="2526155"/>
            <a:ext cx="2557681" cy="126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MySQL Relational Databases ...">
            <a:extLst>
              <a:ext uri="{FF2B5EF4-FFF2-40B4-BE49-F238E27FC236}">
                <a16:creationId xmlns:a16="http://schemas.microsoft.com/office/drawing/2014/main" id="{9F3EF5BA-A5DB-AF71-D343-E6AC8EC05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405" y="2447468"/>
            <a:ext cx="2557681" cy="126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520D54F-0DE7-30C6-D58A-18C02B554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829" y="4036015"/>
            <a:ext cx="4335842" cy="194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2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20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8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3pPr>
            <a:lvl4pPr marL="1543050" indent="-1714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6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4pPr>
            <a:lvl5pPr marL="2000250" indent="-17145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>
                <a:tab pos="279400" algn="l"/>
                <a:tab pos="5934075" algn="r"/>
              </a:tabLst>
              <a:defRPr sz="1400" kern="1200" cap="none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240030" indent="-240030" defTabSz="768096">
              <a:lnSpc>
                <a:spcPct val="150000"/>
              </a:lnSpc>
              <a:spcAft>
                <a:spcPts val="600"/>
              </a:spcAft>
              <a:buClrTx/>
              <a:buSzTx/>
              <a:tabLst>
                <a:tab pos="234696" algn="l"/>
                <a:tab pos="4984623" algn="r"/>
              </a:tabLst>
            </a:pPr>
            <a:r>
              <a:rPr lang="en-US" sz="1512" kern="1200" cap="non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established in 1995</a:t>
            </a:r>
          </a:p>
          <a:p>
            <a:pPr marL="240030" indent="-240030" defTabSz="768096">
              <a:lnSpc>
                <a:spcPct val="150000"/>
              </a:lnSpc>
              <a:spcAft>
                <a:spcPts val="600"/>
              </a:spcAft>
              <a:buClrTx/>
              <a:buSzTx/>
              <a:tabLst>
                <a:tab pos="234696" algn="l"/>
                <a:tab pos="4984623" algn="r"/>
              </a:tabLst>
            </a:pPr>
            <a:r>
              <a:rPr lang="en-US" sz="1512" kern="1200" cap="non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relational database management system</a:t>
            </a:r>
          </a:p>
          <a:p>
            <a:pPr marL="240030" indent="-240030" defTabSz="768096">
              <a:lnSpc>
                <a:spcPct val="150000"/>
              </a:lnSpc>
              <a:spcAft>
                <a:spcPts val="600"/>
              </a:spcAft>
              <a:buClrTx/>
              <a:buSzTx/>
              <a:tabLst>
                <a:tab pos="234696" algn="l"/>
                <a:tab pos="4984623" algn="r"/>
              </a:tabLst>
            </a:pPr>
            <a:r>
              <a:rPr lang="en-US" sz="1512" kern="1200" cap="non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huge websites like Facebook, Airbnb, GitHub, YouTube, etc. and Content Management Systems like WordPress</a:t>
            </a:r>
            <a:endParaRPr lang="en-US" sz="1800" dirty="0">
              <a:solidFill>
                <a:srgbClr val="000000"/>
              </a:solidFill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3921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FDE9-BA27-4329-355F-FA02CCA5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Overview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2658044-7EB9-9CA3-5321-5B919F02D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405756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22DE456-6A37-CAAA-BD49-9EC563F46B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241" y="81200"/>
            <a:ext cx="2794635" cy="62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59081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BB30-4CA0-0577-13C6-02175244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766" y="374514"/>
            <a:ext cx="10018713" cy="1697477"/>
          </a:xfrm>
        </p:spPr>
        <p:txBody>
          <a:bodyPr/>
          <a:lstStyle/>
          <a:p>
            <a:r>
              <a:rPr lang="en-US"/>
              <a:t>Hospital Management System Database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9844E-F293-EBEA-37FA-A92CCCD91BE2}"/>
              </a:ext>
            </a:extLst>
          </p:cNvPr>
          <p:cNvSpPr txBox="1"/>
          <p:nvPr/>
        </p:nvSpPr>
        <p:spPr>
          <a:xfrm>
            <a:off x="1503766" y="2785670"/>
            <a:ext cx="28444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to streamline and optimize the management of hospital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you can see Entity Relationship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database contains 7 tables.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246D46-F496-80DC-0EDB-48E2DA543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28" y="1984442"/>
            <a:ext cx="6787251" cy="391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7552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4BED-C22B-7CB0-F9A9-648ED1D29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662" y="812125"/>
            <a:ext cx="5052676" cy="1752599"/>
          </a:xfrm>
        </p:spPr>
        <p:txBody>
          <a:bodyPr/>
          <a:lstStyle/>
          <a:p>
            <a:pPr algn="l"/>
            <a:r>
              <a:rPr lang="en-US" dirty="0"/>
              <a:t>Creating the Database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336153E-2D79-F331-BF06-5EE65F81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64724"/>
            <a:ext cx="10018713" cy="312420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Steps to create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Writing SQL code for tables and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Populating tables with generated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Ensuring accurate relationships between tables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retrieval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A33D6-3020-4A36-5505-29E2F2CA4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241" y="81200"/>
            <a:ext cx="279463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ow To Make SQL Database : A Beginner's ...">
            <a:extLst>
              <a:ext uri="{FF2B5EF4-FFF2-40B4-BE49-F238E27FC236}">
                <a16:creationId xmlns:a16="http://schemas.microsoft.com/office/drawing/2014/main" id="{A6D2B895-38FE-8762-3189-03D9A8456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851" y="2861349"/>
            <a:ext cx="3316172" cy="22067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7313218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FDE9-BA27-4329-355F-FA02CCA5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09850"/>
            <a:ext cx="4357990" cy="985600"/>
          </a:xfrm>
        </p:spPr>
        <p:txBody>
          <a:bodyPr/>
          <a:lstStyle/>
          <a:p>
            <a:r>
              <a:rPr lang="en-US" dirty="0"/>
              <a:t>Example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DE456-6A37-CAAA-BD49-9EC563F46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241" y="81200"/>
            <a:ext cx="279463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97606B-3689-99EC-DD51-B9853146A850}"/>
              </a:ext>
            </a:extLst>
          </p:cNvPr>
          <p:cNvSpPr txBox="1"/>
          <p:nvPr/>
        </p:nvSpPr>
        <p:spPr>
          <a:xfrm>
            <a:off x="1494783" y="4764733"/>
            <a:ext cx="460121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Sorting Physician Names alphabetically: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 BY Clause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98478-27C0-52B6-9973-87B9FA78AD69}"/>
              </a:ext>
            </a:extLst>
          </p:cNvPr>
          <p:cNvSpPr txBox="1"/>
          <p:nvPr/>
        </p:nvSpPr>
        <p:spPr>
          <a:xfrm>
            <a:off x="6689877" y="4764733"/>
            <a:ext cx="4974728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Finding all male patients: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WHERE Clause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Creates Condition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F7349-4AB7-3B03-6AE7-1D51B084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83" y="2002101"/>
            <a:ext cx="4601217" cy="2543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DF9F77-BDB5-09E6-105F-D706C06E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876" y="2002101"/>
            <a:ext cx="497472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2830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28D7-8C64-1244-761F-0AA00277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17" y="676072"/>
            <a:ext cx="5247229" cy="1055451"/>
          </a:xfrm>
        </p:spPr>
        <p:txBody>
          <a:bodyPr/>
          <a:lstStyle/>
          <a:p>
            <a:r>
              <a:rPr lang="en-US"/>
              <a:t>Advanced SQL Queries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75489-6FF8-3C01-DFC1-6611387BA680}"/>
              </a:ext>
            </a:extLst>
          </p:cNvPr>
          <p:cNvSpPr txBox="1"/>
          <p:nvPr/>
        </p:nvSpPr>
        <p:spPr>
          <a:xfrm>
            <a:off x="1593194" y="4404084"/>
            <a:ext cx="473056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Name of the patients starts with J and ends with Z: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LIKE Statement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80FAC4-CD56-42D3-0C6A-DE6E49509370}"/>
              </a:ext>
            </a:extLst>
          </p:cNvPr>
          <p:cNvSpPr txBox="1"/>
          <p:nvPr/>
        </p:nvSpPr>
        <p:spPr>
          <a:xfrm>
            <a:off x="6963856" y="4404084"/>
            <a:ext cx="422958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Name of the physician who the head of each department is also: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INNER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A188D-019A-DA45-BF10-C33E3CF2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193" y="2049990"/>
            <a:ext cx="4730567" cy="2035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A4EC98-B6A4-4FB2-84D0-647A2526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856" y="2049989"/>
            <a:ext cx="4388323" cy="20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6776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503F-3C86-BDA1-D5A2-5406A63C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584" y="311287"/>
            <a:ext cx="5088344" cy="71984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30" name="Content Placeholder 3">
            <a:extLst>
              <a:ext uri="{FF2B5EF4-FFF2-40B4-BE49-F238E27FC236}">
                <a16:creationId xmlns:a16="http://schemas.microsoft.com/office/drawing/2014/main" id="{7C006A80-4241-556F-59DE-237CC9F42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74199"/>
              </p:ext>
            </p:extLst>
          </p:nvPr>
        </p:nvGraphicFramePr>
        <p:xfrm>
          <a:off x="1901977" y="1536883"/>
          <a:ext cx="5549410" cy="4760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7" name="Picture 26" descr="A stethoscope coming out of a computer&#10;&#10;Description automatically generated">
            <a:extLst>
              <a:ext uri="{FF2B5EF4-FFF2-40B4-BE49-F238E27FC236}">
                <a16:creationId xmlns:a16="http://schemas.microsoft.com/office/drawing/2014/main" id="{D7BA9A19-37F9-7008-61FE-21DEDD6B77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431447" y="2271729"/>
            <a:ext cx="2920731" cy="29207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8103923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6" y="321734"/>
            <a:ext cx="1107420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hand holding a sign&#10;&#10;Description automatically generated">
            <a:extLst>
              <a:ext uri="{FF2B5EF4-FFF2-40B4-BE49-F238E27FC236}">
                <a16:creationId xmlns:a16="http://schemas.microsoft.com/office/drawing/2014/main" id="{7FFC99F8-F6DF-1AB9-E139-9DE1FCE4E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851" y="974724"/>
            <a:ext cx="4899025" cy="48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9048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834EB0FAB9764994DE3550610986FA" ma:contentTypeVersion="8" ma:contentTypeDescription="Create a new document." ma:contentTypeScope="" ma:versionID="c9008190fd99d32752952be792b97929">
  <xsd:schema xmlns:xsd="http://www.w3.org/2001/XMLSchema" xmlns:xs="http://www.w3.org/2001/XMLSchema" xmlns:p="http://schemas.microsoft.com/office/2006/metadata/properties" xmlns:ns3="99c55fa4-0b95-454d-ad18-c7a360d844c4" xmlns:ns4="e7ac66cc-6684-41d4-bca9-5880efc1f651" targetNamespace="http://schemas.microsoft.com/office/2006/metadata/properties" ma:root="true" ma:fieldsID="5689355903dbdeb9fc7d9c1f9dcb4a6c" ns3:_="" ns4:_="">
    <xsd:import namespace="99c55fa4-0b95-454d-ad18-c7a360d844c4"/>
    <xsd:import namespace="e7ac66cc-6684-41d4-bca9-5880efc1f6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c55fa4-0b95-454d-ad18-c7a360d84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ac66cc-6684-41d4-bca9-5880efc1f65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c55fa4-0b95-454d-ad18-c7a360d844c4" xsi:nil="true"/>
  </documentManagement>
</p:properties>
</file>

<file path=customXml/itemProps1.xml><?xml version="1.0" encoding="utf-8"?>
<ds:datastoreItem xmlns:ds="http://schemas.openxmlformats.org/officeDocument/2006/customXml" ds:itemID="{56DDE2A7-1AC8-44CF-867D-B4805CC08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9A09EA-22DB-4CFB-A3F7-B16C389FB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c55fa4-0b95-454d-ad18-c7a360d844c4"/>
    <ds:schemaRef ds:uri="e7ac66cc-6684-41d4-bca9-5880efc1f6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95B5AF-10FB-441B-90AA-5D2EAA4526DF}">
  <ds:schemaRefs>
    <ds:schemaRef ds:uri="e7ac66cc-6684-41d4-bca9-5880efc1f651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99c55fa4-0b95-454d-ad18-c7a360d844c4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190</TotalTime>
  <Words>244</Words>
  <Application>Microsoft Office PowerPoint</Application>
  <PresentationFormat>Widescreen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Corbel</vt:lpstr>
      <vt:lpstr>Parallax</vt:lpstr>
      <vt:lpstr>Summer Internship Presentation</vt:lpstr>
      <vt:lpstr>PowerPoint Presentation</vt:lpstr>
      <vt:lpstr>SQL Overview </vt:lpstr>
      <vt:lpstr>Hospital Management System Database</vt:lpstr>
      <vt:lpstr>Creating the Database</vt:lpstr>
      <vt:lpstr>Example Queries</vt:lpstr>
      <vt:lpstr>Advanced SQL Queries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Presentation</dc:title>
  <dc:creator>Kanan Gurbanov</dc:creator>
  <cp:lastModifiedBy>Laman Asgarova</cp:lastModifiedBy>
  <cp:revision>15</cp:revision>
  <dcterms:created xsi:type="dcterms:W3CDTF">2023-08-31T06:14:57Z</dcterms:created>
  <dcterms:modified xsi:type="dcterms:W3CDTF">2024-08-21T14:57:37Z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0x01010009834EB0FAB9764994DE3550610986FA</vt:lpwstr>
  </property>
</Properties>
</file>