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3" r:id="rId4"/>
    <p:sldId id="270" r:id="rId5"/>
    <p:sldId id="269" r:id="rId6"/>
    <p:sldId id="265" r:id="rId7"/>
    <p:sldId id="266" r:id="rId8"/>
    <p:sldId id="268" r:id="rId9"/>
    <p:sldId id="267" r:id="rId10"/>
    <p:sldId id="257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5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  <a:srgbClr val="1886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72" d="100"/>
          <a:sy n="72" d="100"/>
        </p:scale>
        <p:origin x="855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5B13A-F909-4EC9-B639-BA9EF9F37530}" type="datetimeFigureOut">
              <a:rPr lang="en-US" smtClean="0"/>
              <a:t>10/26/2023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06BB5-30FC-4D0D-BDAB-27D3F9DF54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822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5B13A-F909-4EC9-B639-BA9EF9F37530}" type="datetimeFigureOut">
              <a:rPr lang="en-US" smtClean="0"/>
              <a:t>10/26/2023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06BB5-30FC-4D0D-BDAB-27D3F9DF54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958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5B13A-F909-4EC9-B639-BA9EF9F37530}" type="datetimeFigureOut">
              <a:rPr lang="en-US" smtClean="0"/>
              <a:t>10/26/2023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06BB5-30FC-4D0D-BDAB-27D3F9DF54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151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5B13A-F909-4EC9-B639-BA9EF9F37530}" type="datetimeFigureOut">
              <a:rPr lang="en-US" smtClean="0"/>
              <a:t>10/26/2023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06BB5-30FC-4D0D-BDAB-27D3F9DF54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18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5B13A-F909-4EC9-B639-BA9EF9F37530}" type="datetimeFigureOut">
              <a:rPr lang="en-US" smtClean="0"/>
              <a:t>10/26/2023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06BB5-30FC-4D0D-BDAB-27D3F9DF54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60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5B13A-F909-4EC9-B639-BA9EF9F37530}" type="datetimeFigureOut">
              <a:rPr lang="en-US" smtClean="0"/>
              <a:t>10/26/2023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06BB5-30FC-4D0D-BDAB-27D3F9DF54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674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5B13A-F909-4EC9-B639-BA9EF9F37530}" type="datetimeFigureOut">
              <a:rPr lang="en-US" smtClean="0"/>
              <a:t>10/26/2023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06BB5-30FC-4D0D-BDAB-27D3F9DF54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083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5B13A-F909-4EC9-B639-BA9EF9F37530}" type="datetimeFigureOut">
              <a:rPr lang="en-US" smtClean="0"/>
              <a:t>10/26/2023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06BB5-30FC-4D0D-BDAB-27D3F9DF54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98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5B13A-F909-4EC9-B639-BA9EF9F37530}" type="datetimeFigureOut">
              <a:rPr lang="en-US" smtClean="0"/>
              <a:t>10/26/2023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06BB5-30FC-4D0D-BDAB-27D3F9DF54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400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5B13A-F909-4EC9-B639-BA9EF9F37530}" type="datetimeFigureOut">
              <a:rPr lang="en-US" smtClean="0"/>
              <a:t>10/26/2023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06BB5-30FC-4D0D-BDAB-27D3F9DF54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441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5B13A-F909-4EC9-B639-BA9EF9F37530}" type="datetimeFigureOut">
              <a:rPr lang="en-US" smtClean="0"/>
              <a:t>10/26/2023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06BB5-30FC-4D0D-BDAB-27D3F9DF54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325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5B13A-F909-4EC9-B639-BA9EF9F37530}" type="datetimeFigureOut">
              <a:rPr lang="en-US" smtClean="0"/>
              <a:t>10/26/2023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B06BB5-30FC-4D0D-BDAB-27D3F9DF54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513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9336314" cy="1100818"/>
          </a:xfr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>
            <a:prstTxWarp prst="textWave1">
              <a:avLst/>
            </a:prstTxWarp>
          </a:bodyPr>
          <a:lstStyle/>
          <a:p>
            <a:pPr algn="ctr"/>
            <a:r>
              <a:rPr lang="en-US" b="1" dirty="0">
                <a:solidFill>
                  <a:srgbClr val="33CCFF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</a:rPr>
              <a:t>Matrices and determinants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Matrices and operations on them. </a:t>
            </a:r>
          </a:p>
          <a:p>
            <a:r>
              <a:rPr lang="en-US" sz="4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Two- and three-order determinants</a:t>
            </a:r>
          </a:p>
          <a:p>
            <a:r>
              <a:rPr lang="en-US" sz="4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Basic properties of the determinant.</a:t>
            </a:r>
          </a:p>
          <a:p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</a:rPr>
              <a:t>Practice</a:t>
            </a:r>
            <a:endParaRPr lang="en-US" sz="4000" dirty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465943" y="3436711"/>
            <a:ext cx="809897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</a:p>
          <a:p>
            <a:r>
              <a:rPr lang="en-US" sz="4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4833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371" y="65528"/>
            <a:ext cx="9129485" cy="6792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790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457" y="117078"/>
            <a:ext cx="8839200" cy="6740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442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791" y="261257"/>
            <a:ext cx="10589045" cy="6156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131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838200" y="365126"/>
            <a:ext cx="9336314" cy="110081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numCol="1">
            <a:prstTxWarp prst="textWave1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33CCFF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</a:rPr>
              <a:t>Types of matrices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8383" y="1433127"/>
            <a:ext cx="6944405" cy="5424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711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971" y="116277"/>
            <a:ext cx="8768872" cy="6560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626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144" y="119202"/>
            <a:ext cx="8518115" cy="6368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085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860"/>
            <a:ext cx="8794061" cy="511282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12827"/>
            <a:ext cx="3825798" cy="40095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4827" y="5551191"/>
            <a:ext cx="2510971" cy="39966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2062" y="5988263"/>
            <a:ext cx="2493736" cy="39802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9024" y="6423693"/>
            <a:ext cx="2436774" cy="37849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69342" y="5140183"/>
            <a:ext cx="1592718" cy="34624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05604" y="5112854"/>
            <a:ext cx="1695223" cy="37854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62570" y="5096889"/>
            <a:ext cx="1726730" cy="42353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45761" y="5096888"/>
            <a:ext cx="3071349" cy="38953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69342" y="5533269"/>
            <a:ext cx="3754057" cy="38686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97083" y="6053244"/>
            <a:ext cx="3747699" cy="272821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97083" y="6423693"/>
            <a:ext cx="3726316" cy="325206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63850" y="514347"/>
            <a:ext cx="7299122" cy="1912230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2119465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1" r="-1214" b="46550"/>
          <a:stretch/>
        </p:blipFill>
        <p:spPr>
          <a:xfrm>
            <a:off x="1016001" y="1052722"/>
            <a:ext cx="7257142" cy="3996378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1" y="4920343"/>
            <a:ext cx="9685036" cy="1683657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824552" y="0"/>
            <a:ext cx="9336314" cy="110081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numCol="1">
            <a:prstTxWarp prst="textWave1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33CCFF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</a:rPr>
              <a:t>Matrix multiplication</a:t>
            </a:r>
          </a:p>
        </p:txBody>
      </p:sp>
    </p:spTree>
    <p:extLst>
      <p:ext uri="{BB962C8B-B14F-4D97-AF65-F5344CB8AC3E}">
        <p14:creationId xmlns:p14="http://schemas.microsoft.com/office/powerpoint/2010/main" val="4001792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5372" y="232229"/>
            <a:ext cx="8232781" cy="484461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9553" y="4896077"/>
            <a:ext cx="8465080" cy="1961923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184753" y="145144"/>
            <a:ext cx="3149600" cy="679902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numCol="1">
            <a:prstTxWarp prst="textWave1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33CCFF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</a:rPr>
              <a:t>Practice</a:t>
            </a:r>
          </a:p>
        </p:txBody>
      </p:sp>
    </p:spTree>
    <p:extLst>
      <p:ext uri="{BB962C8B-B14F-4D97-AF65-F5344CB8AC3E}">
        <p14:creationId xmlns:p14="http://schemas.microsoft.com/office/powerpoint/2010/main" val="3769261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838200" y="365126"/>
            <a:ext cx="8654143" cy="91213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numCol="1">
            <a:prstTxWarp prst="textWave1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33CCFF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</a:rPr>
              <a:t>DETERMINANT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917" y="1727202"/>
            <a:ext cx="6609797" cy="179050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6873" y="2220588"/>
            <a:ext cx="3079070" cy="111966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917" y="4011090"/>
            <a:ext cx="5327816" cy="1321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867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160" y="1582478"/>
            <a:ext cx="2769643" cy="180920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391681"/>
            <a:ext cx="5985681" cy="335631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048" y="1446925"/>
            <a:ext cx="9771799" cy="1891317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838200" y="365126"/>
            <a:ext cx="9336314" cy="110081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numCol="1">
            <a:prstTxWarp prst="textWave1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33CCFF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</a:rPr>
              <a:t>DETERMINANT OF THREE-BY-THREE MATRIX</a:t>
            </a:r>
          </a:p>
        </p:txBody>
      </p:sp>
    </p:spTree>
    <p:extLst>
      <p:ext uri="{BB962C8B-B14F-4D97-AF65-F5344CB8AC3E}">
        <p14:creationId xmlns:p14="http://schemas.microsoft.com/office/powerpoint/2010/main" val="4225038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096" y="1300162"/>
            <a:ext cx="9479342" cy="97901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629342"/>
            <a:ext cx="10131271" cy="107474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478" y="3922132"/>
            <a:ext cx="7419542" cy="77884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478" y="5014557"/>
            <a:ext cx="10288706" cy="1072344"/>
          </a:xfrm>
          <a:prstGeom prst="rect">
            <a:avLst/>
          </a:prstGeom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838200" y="365127"/>
            <a:ext cx="8237561" cy="699114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numCol="1">
            <a:prstTxWarp prst="textWave1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33CCFF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</a:rPr>
              <a:t>PROPERTIES OF DETERMINANT</a:t>
            </a:r>
          </a:p>
        </p:txBody>
      </p:sp>
    </p:spTree>
    <p:extLst>
      <p:ext uri="{BB962C8B-B14F-4D97-AF65-F5344CB8AC3E}">
        <p14:creationId xmlns:p14="http://schemas.microsoft.com/office/powerpoint/2010/main" val="3212213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838200" y="365127"/>
            <a:ext cx="8237561" cy="699114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numCol="1">
            <a:prstTxWarp prst="textWave1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33CCFF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</a:rPr>
              <a:t>PROPERTIES OF DETERMINANT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017" y="4308515"/>
            <a:ext cx="10937069" cy="231064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237397"/>
            <a:ext cx="6762750" cy="3112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228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614" y="1299021"/>
            <a:ext cx="9307773" cy="353315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614" y="4832176"/>
            <a:ext cx="8609751" cy="2025824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838200" y="365127"/>
            <a:ext cx="8237561" cy="699114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numCol="1">
            <a:prstTxWarp prst="textWave1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33CCFF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</a:rPr>
              <a:t>Minor and Cofactor</a:t>
            </a:r>
          </a:p>
        </p:txBody>
      </p:sp>
    </p:spTree>
    <p:extLst>
      <p:ext uri="{BB962C8B-B14F-4D97-AF65-F5344CB8AC3E}">
        <p14:creationId xmlns:p14="http://schemas.microsoft.com/office/powerpoint/2010/main" val="2632654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838200" y="365126"/>
            <a:ext cx="9424916" cy="1340843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numCol="1">
            <a:prstTxWarp prst="textWave1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33CCFF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</a:rPr>
              <a:t>Laplace expansion or Cofactor  expansion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88107"/>
            <a:ext cx="9943915" cy="176056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407960" y="4135272"/>
                <a:ext cx="5231073" cy="5118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(−1)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p>
                      </m:sSup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7960" y="4135272"/>
                <a:ext cx="5231073" cy="511871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957316" y="4155726"/>
                <a:ext cx="3753134" cy="4914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2400" dirty="0"/>
                  <a:t> is a cofactor and 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7316" y="4155726"/>
                <a:ext cx="3753134" cy="491417"/>
              </a:xfrm>
              <a:prstGeom prst="rect">
                <a:avLst/>
              </a:prstGeom>
              <a:blipFill rotWithShape="0">
                <a:blip r:embed="rId4"/>
                <a:stretch>
                  <a:fillRect l="-325" t="-8750" b="-23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5659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549" y="709442"/>
            <a:ext cx="3179502" cy="180729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50877" y="2701404"/>
            <a:ext cx="64280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the Laplace expansion along the first row yields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877" y="3070736"/>
            <a:ext cx="5603899" cy="140487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50877" y="450870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Laplace expansion along the second column yields the same result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867" y="5188117"/>
            <a:ext cx="5602909" cy="1384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878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>
                <a:solidFill>
                  <a:srgbClr val="C00000"/>
                </a:solidFill>
              </a:rPr>
              <a:t>NumPy</a:t>
            </a:r>
            <a:r>
              <a:rPr lang="en-US" b="1" dirty="0">
                <a:solidFill>
                  <a:srgbClr val="C00000"/>
                </a:solidFill>
              </a:rPr>
              <a:t> - Determinant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1" y="1828800"/>
            <a:ext cx="4058120" cy="127725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383643"/>
            <a:ext cx="4058121" cy="61956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2469" y="1828799"/>
            <a:ext cx="6991817" cy="5029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1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1179" y="4985430"/>
            <a:ext cx="8408767" cy="142988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1179" y="2759473"/>
            <a:ext cx="5295332" cy="208097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0973" y="894203"/>
            <a:ext cx="6167050" cy="1795259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4042770" y="69316"/>
            <a:ext cx="3149600" cy="679902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numCol="1">
            <a:prstTxWarp prst="textWave1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33CCFF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</a:rPr>
              <a:t>Practice</a:t>
            </a:r>
          </a:p>
        </p:txBody>
      </p:sp>
    </p:spTree>
    <p:extLst>
      <p:ext uri="{BB962C8B-B14F-4D97-AF65-F5344CB8AC3E}">
        <p14:creationId xmlns:p14="http://schemas.microsoft.com/office/powerpoint/2010/main" val="2424982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546</TotalTime>
  <Words>78</Words>
  <Application>Microsoft Office PowerPoint</Application>
  <PresentationFormat>Widescreen</PresentationFormat>
  <Paragraphs>22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Cambria Math</vt:lpstr>
      <vt:lpstr>Times New Roman</vt:lpstr>
      <vt:lpstr>Office Theme</vt:lpstr>
      <vt:lpstr>Matrices and determinants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NumPy - Determinant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Matrices and determinants</dc:title>
  <dc:creator>User</dc:creator>
  <cp:lastModifiedBy>Aychin Guliyeva</cp:lastModifiedBy>
  <cp:revision>23</cp:revision>
  <dcterms:created xsi:type="dcterms:W3CDTF">2022-09-20T06:42:28Z</dcterms:created>
  <dcterms:modified xsi:type="dcterms:W3CDTF">2023-10-26T18:45:48Z</dcterms:modified>
</cp:coreProperties>
</file>